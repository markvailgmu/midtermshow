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Midterm: dir / cd / pwd (Win32)</a:t>
            </a:r>
          </a:p>
          <a:p>
            <a:pPr>
              <a:spcAft>
                <a:spcPts val="600"/>
              </a:spcAft>
              <a:defRPr sz="1800"/>
            </a:pPr>
            <a:r>
              <a:t>Three small programs: mydir.exe, mycd.exe, mypwd.exe</a:t>
            </a:r>
          </a:p>
          <a:p>
            <a:pPr>
              <a:spcAft>
                <a:spcPts val="600"/>
              </a:spcAft>
              <a:defRPr sz="1800"/>
            </a:pPr>
            <a:r>
              <a:t>Written in C++; calls Win32 APIs directly (no hooking, no shelling to cmd)</a:t>
            </a:r>
          </a:p>
          <a:p>
            <a:pPr>
              <a:spcAft>
                <a:spcPts val="600"/>
              </a:spcAft>
              <a:defRPr sz="1800"/>
            </a:pPr>
            <a:r>
              <a:t>Goal: list folders/files, change directory + prove it, print current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Main Win32 APIs</a:t>
            </a:r>
          </a:p>
          <a:p>
            <a:pPr>
              <a:spcAft>
                <a:spcPts val="600"/>
              </a:spcAft>
              <a:defRPr sz="1800"/>
            </a:pPr>
            <a:r>
              <a:t>GetCurrentDirectoryW — read the process current folder (mypwd; also default path for mydir)</a:t>
            </a:r>
          </a:p>
          <a:p>
            <a:pPr>
              <a:spcAft>
                <a:spcPts val="600"/>
              </a:spcAft>
              <a:defRPr sz="1800"/>
            </a:pPr>
            <a:r>
              <a:t>SetCurrentDirectoryW — change current folder (mycd)</a:t>
            </a:r>
          </a:p>
          <a:p>
            <a:pPr>
              <a:spcAft>
                <a:spcPts val="600"/>
              </a:spcAft>
              <a:defRPr sz="1800"/>
            </a:pPr>
            <a:r>
              <a:t>FindFirstFileW / FindNextFileW / FindClose — enumerate files in a directory (mydir)</a:t>
            </a:r>
          </a:p>
          <a:p>
            <a:pPr>
              <a:spcAft>
                <a:spcPts val="600"/>
              </a:spcAft>
              <a:defRPr sz="1800"/>
            </a:pPr>
            <a:r>
              <a:t>GetFullPathNameW — show full path in the “Directory of …” header</a:t>
            </a:r>
          </a:p>
          <a:p>
            <a:pPr>
              <a:spcAft>
                <a:spcPts val="600"/>
              </a:spcAft>
              <a:defRPr sz="1800"/>
            </a:pPr>
            <a:r>
              <a:t>FileTimeToLocalFileTime + FileTimeToSystemTime — show file creation time</a:t>
            </a:r>
          </a:p>
          <a:p>
            <a:pPr>
              <a:spcAft>
                <a:spcPts val="600"/>
              </a:spcAft>
              <a:defRPr sz="1800"/>
            </a:pPr>
            <a:r>
              <a:t>GetNamedSecurityInfoW + LookupAccountSidW — file owner for /q (advapi32); LocalFree frees the SD buffer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How it works (basics)</a:t>
            </a:r>
          </a:p>
          <a:p>
            <a:pPr>
              <a:spcAft>
                <a:spcPts val="600"/>
              </a:spcAft>
              <a:defRPr sz="1800"/>
            </a:pPr>
            <a:r>
              <a:t>Entry point: wmain — Unicode command line (wchar_t argv)</a:t>
            </a:r>
          </a:p>
          <a:p>
            <a:pPr>
              <a:spcAft>
                <a:spcPts val="600"/>
              </a:spcAft>
              <a:defRPr sz="1800"/>
            </a:pPr>
            <a:r>
              <a:t>/a — skip hidden/system files unless flag is set (FILE_ATTRIBUTE_HIDDEN / SYSTEM)</a:t>
            </a:r>
          </a:p>
          <a:p>
            <a:pPr>
              <a:spcAft>
                <a:spcPts val="600"/>
              </a:spcAft>
              <a:defRPr sz="1800"/>
            </a:pPr>
            <a:r>
              <a:t>/s — recurse into subfolders (depth-first); builds full paths and lists each directory</a:t>
            </a:r>
          </a:p>
          <a:p>
            <a:pPr>
              <a:spcAft>
                <a:spcPts val="600"/>
              </a:spcAft>
              <a:defRPr sz="1800"/>
            </a:pPr>
            <a:r>
              <a:t>/q — for each path, ask the OS for the owner SID, then resolve to DOMAIN\user</a:t>
            </a:r>
          </a:p>
          <a:p>
            <a:pPr>
              <a:spcAft>
                <a:spcPts val="600"/>
              </a:spcAft>
              <a:defRPr sz="1800"/>
            </a:pPr>
            <a:r>
              <a:t>mycd — SetCurrentDirectory then GetCurrentDirectory to print the new path (proof for the assignment)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Detection (Sysmon &amp; friends)</a:t>
            </a:r>
          </a:p>
          <a:p>
            <a:pPr>
              <a:spcAft>
                <a:spcPts val="600"/>
              </a:spcAft>
              <a:defRPr sz="1800"/>
            </a:pPr>
            <a:r>
              <a:t>Sysmon: Process Create (often Event ID 1) — look at Image + CommandLine</a:t>
            </a:r>
          </a:p>
          <a:p>
            <a:pPr>
              <a:spcAft>
                <a:spcPts val="600"/>
              </a:spcAft>
              <a:defRPr sz="1800"/>
            </a:pPr>
            <a:r>
              <a:t>Example command line: mydir.exe /a /s /q C:\Users\… — flags show intent (recurse, owners)</a:t>
            </a:r>
          </a:p>
          <a:p>
            <a:pPr>
              <a:spcAft>
                <a:spcPts val="600"/>
              </a:spcAft>
              <a:defRPr sz="1800"/>
            </a:pPr>
            <a:r>
              <a:t>Filter ideas: process name contains mydir / mycd; CommandLine contains /s or your tool path</a:t>
            </a:r>
          </a:p>
          <a:p>
            <a:pPr>
              <a:spcAft>
                <a:spcPts val="600"/>
              </a:spcAft>
              <a:defRPr sz="1800"/>
            </a:pPr>
            <a:r>
              <a:t>ParentImage (e.g. cmd.exe vs explorer.exe) adds context</a:t>
            </a:r>
          </a:p>
          <a:p>
            <a:pPr>
              <a:spcAft>
                <a:spcPts val="600"/>
              </a:spcAft>
              <a:defRPr sz="1800"/>
            </a:pPr>
            <a:r>
              <a:t>Procmon: filter Process Name = mydir.exe — watch CreateFile / ReadDirectory / QuerySecurity for /q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